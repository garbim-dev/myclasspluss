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9" r:id="rId2"/>
    <p:sldId id="420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834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D80433-3CE7-485D-A7FD-2BF2F5CB866A}" type="doc">
      <dgm:prSet loTypeId="urn:microsoft.com/office/officeart/2005/8/layout/vProcess5" loCatId="process" qsTypeId="urn:microsoft.com/office/officeart/2005/8/quickstyle/simple1#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EE867541-E743-4AAC-AC3A-E7FCD233852E}">
      <dgm:prSet/>
      <dgm:spPr/>
      <dgm:t>
        <a:bodyPr/>
        <a:lstStyle/>
        <a:p>
          <a:r>
            <a:rPr lang="pt-BR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NOME</a:t>
          </a:r>
          <a:endParaRPr lang="en-US" dirty="0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48C3B495-2E4E-4830-9221-2854C4020A32}" type="parTrans" cxnId="{3B85E847-8B16-4519-AE0E-E1A55E5C864B}">
      <dgm:prSet/>
      <dgm:spPr/>
      <dgm:t>
        <a:bodyPr/>
        <a:lstStyle/>
        <a:p>
          <a:endParaRPr lang="en-US"/>
        </a:p>
      </dgm:t>
    </dgm:pt>
    <dgm:pt modelId="{ED38D9A0-D430-4792-BEF6-2921D8C66AB2}" type="sibTrans" cxnId="{3B85E847-8B16-4519-AE0E-E1A55E5C864B}">
      <dgm:prSet/>
      <dgm:spPr/>
      <dgm:t>
        <a:bodyPr/>
        <a:lstStyle/>
        <a:p>
          <a:endParaRPr lang="en-US" dirty="0"/>
        </a:p>
      </dgm:t>
    </dgm:pt>
    <dgm:pt modelId="{66515347-893C-4195-A523-9F316965C340}">
      <dgm:prSet/>
      <dgm:spPr/>
      <dgm:t>
        <a:bodyPr/>
        <a:lstStyle/>
        <a:p>
          <a:r>
            <a:rPr lang="pt-BR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IDADE</a:t>
          </a:r>
          <a:endParaRPr lang="en-US" dirty="0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FE0FEFFD-04B3-4A7C-B9A2-171E0D4A6C04}" type="parTrans" cxnId="{C9FB9F8A-6471-4255-8302-7CCBC2F767B8}">
      <dgm:prSet/>
      <dgm:spPr/>
      <dgm:t>
        <a:bodyPr/>
        <a:lstStyle/>
        <a:p>
          <a:endParaRPr lang="en-US"/>
        </a:p>
      </dgm:t>
    </dgm:pt>
    <dgm:pt modelId="{F0831717-91B4-4C71-A956-D6B1C0DB20A1}" type="sibTrans" cxnId="{C9FB9F8A-6471-4255-8302-7CCBC2F767B8}">
      <dgm:prSet/>
      <dgm:spPr/>
      <dgm:t>
        <a:bodyPr/>
        <a:lstStyle/>
        <a:p>
          <a:endParaRPr lang="en-US" dirty="0"/>
        </a:p>
      </dgm:t>
    </dgm:pt>
    <dgm:pt modelId="{CAED6922-E56E-43B7-9B45-07EA8BDE2ADA}">
      <dgm:prSet/>
      <dgm:spPr/>
      <dgm:t>
        <a:bodyPr/>
        <a:lstStyle/>
        <a:p>
          <a:r>
            <a:rPr lang="pt-BR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EXPERIÊNCIAS PROFISSIONAIS</a:t>
          </a:r>
          <a:endParaRPr lang="en-US" dirty="0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16AA953D-4A55-459E-9F29-9EF2DC9F5063}" type="parTrans" cxnId="{1D3EDEE5-CC60-41A9-B2BB-7514243E913A}">
      <dgm:prSet/>
      <dgm:spPr/>
      <dgm:t>
        <a:bodyPr/>
        <a:lstStyle/>
        <a:p>
          <a:endParaRPr lang="en-US"/>
        </a:p>
      </dgm:t>
    </dgm:pt>
    <dgm:pt modelId="{E3732EB5-794A-4217-818F-2E50BC48ECD1}" type="sibTrans" cxnId="{1D3EDEE5-CC60-41A9-B2BB-7514243E913A}">
      <dgm:prSet/>
      <dgm:spPr/>
      <dgm:t>
        <a:bodyPr/>
        <a:lstStyle/>
        <a:p>
          <a:endParaRPr lang="en-US" dirty="0"/>
        </a:p>
      </dgm:t>
    </dgm:pt>
    <dgm:pt modelId="{EF3F75CE-F4CD-4763-B82F-DD91ACE047A2}">
      <dgm:prSet/>
      <dgm:spPr/>
      <dgm:t>
        <a:bodyPr/>
        <a:lstStyle/>
        <a:p>
          <a:r>
            <a:rPr lang="pt-BR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ESPECTATIVAS</a:t>
          </a:r>
          <a:endParaRPr lang="en-US" dirty="0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348F1017-15F0-457C-97FC-7F67BAC5A441}" type="parTrans" cxnId="{EFDC5344-4EF5-4598-AE3A-328F4D6C74E2}">
      <dgm:prSet/>
      <dgm:spPr/>
      <dgm:t>
        <a:bodyPr/>
        <a:lstStyle/>
        <a:p>
          <a:endParaRPr lang="en-US"/>
        </a:p>
      </dgm:t>
    </dgm:pt>
    <dgm:pt modelId="{E3DB3B8C-CCE1-4299-A9A7-85EE6863E2D8}" type="sibTrans" cxnId="{EFDC5344-4EF5-4598-AE3A-328F4D6C74E2}">
      <dgm:prSet/>
      <dgm:spPr/>
      <dgm:t>
        <a:bodyPr/>
        <a:lstStyle/>
        <a:p>
          <a:endParaRPr lang="en-US"/>
        </a:p>
      </dgm:t>
    </dgm:pt>
    <dgm:pt modelId="{38990711-EC1D-42F7-A14D-DAFF7DBCAA36}">
      <dgm:prSet/>
      <dgm:spPr/>
      <dgm:t>
        <a:bodyPr/>
        <a:lstStyle/>
        <a:p>
          <a:r>
            <a:rPr lang="en-US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FAMÍLIA</a:t>
          </a:r>
        </a:p>
      </dgm:t>
    </dgm:pt>
    <dgm:pt modelId="{A20CF312-F2F1-4278-9ABB-E3B221596CFD}" type="parTrans" cxnId="{25EEEEFA-B26F-4330-803B-12A4C6124FF6}">
      <dgm:prSet/>
      <dgm:spPr/>
      <dgm:t>
        <a:bodyPr/>
        <a:lstStyle/>
        <a:p>
          <a:endParaRPr lang="pt-BR"/>
        </a:p>
      </dgm:t>
    </dgm:pt>
    <dgm:pt modelId="{4B3369B0-11BB-407E-8A01-DEDF08880BE3}" type="sibTrans" cxnId="{25EEEEFA-B26F-4330-803B-12A4C6124FF6}">
      <dgm:prSet/>
      <dgm:spPr/>
      <dgm:t>
        <a:bodyPr/>
        <a:lstStyle/>
        <a:p>
          <a:endParaRPr lang="pt-BR"/>
        </a:p>
      </dgm:t>
    </dgm:pt>
    <dgm:pt modelId="{D5CA3188-A530-47BC-B41E-C76AF8EF1A8F}" type="pres">
      <dgm:prSet presAssocID="{D7D80433-3CE7-485D-A7FD-2BF2F5CB866A}" presName="outerComposite" presStyleCnt="0">
        <dgm:presLayoutVars>
          <dgm:chMax val="5"/>
          <dgm:dir/>
          <dgm:resizeHandles val="exact"/>
        </dgm:presLayoutVars>
      </dgm:prSet>
      <dgm:spPr/>
    </dgm:pt>
    <dgm:pt modelId="{93E3E4CC-0EC0-4C24-B890-471358A3C30F}" type="pres">
      <dgm:prSet presAssocID="{D7D80433-3CE7-485D-A7FD-2BF2F5CB866A}" presName="dummyMaxCanvas" presStyleCnt="0">
        <dgm:presLayoutVars/>
      </dgm:prSet>
      <dgm:spPr/>
    </dgm:pt>
    <dgm:pt modelId="{9DA765C6-7448-4EB2-A102-AA10AF6E8E4D}" type="pres">
      <dgm:prSet presAssocID="{D7D80433-3CE7-485D-A7FD-2BF2F5CB866A}" presName="FiveNodes_1" presStyleLbl="node1" presStyleIdx="0" presStyleCnt="5">
        <dgm:presLayoutVars>
          <dgm:bulletEnabled val="1"/>
        </dgm:presLayoutVars>
      </dgm:prSet>
      <dgm:spPr/>
    </dgm:pt>
    <dgm:pt modelId="{04B6AC1C-8F5F-4172-9D5F-EF52E6567457}" type="pres">
      <dgm:prSet presAssocID="{D7D80433-3CE7-485D-A7FD-2BF2F5CB866A}" presName="FiveNodes_2" presStyleLbl="node1" presStyleIdx="1" presStyleCnt="5">
        <dgm:presLayoutVars>
          <dgm:bulletEnabled val="1"/>
        </dgm:presLayoutVars>
      </dgm:prSet>
      <dgm:spPr/>
    </dgm:pt>
    <dgm:pt modelId="{C1E17A36-3BE3-44FE-BD3A-EFFC3AD60C76}" type="pres">
      <dgm:prSet presAssocID="{D7D80433-3CE7-485D-A7FD-2BF2F5CB866A}" presName="FiveNodes_3" presStyleLbl="node1" presStyleIdx="2" presStyleCnt="5">
        <dgm:presLayoutVars>
          <dgm:bulletEnabled val="1"/>
        </dgm:presLayoutVars>
      </dgm:prSet>
      <dgm:spPr/>
    </dgm:pt>
    <dgm:pt modelId="{91743205-1CB8-4D8E-9C3E-82D75F40B44D}" type="pres">
      <dgm:prSet presAssocID="{D7D80433-3CE7-485D-A7FD-2BF2F5CB866A}" presName="FiveNodes_4" presStyleLbl="node1" presStyleIdx="3" presStyleCnt="5">
        <dgm:presLayoutVars>
          <dgm:bulletEnabled val="1"/>
        </dgm:presLayoutVars>
      </dgm:prSet>
      <dgm:spPr/>
    </dgm:pt>
    <dgm:pt modelId="{AEEA93D4-B8EF-4825-B81D-4E5AB444C1AB}" type="pres">
      <dgm:prSet presAssocID="{D7D80433-3CE7-485D-A7FD-2BF2F5CB866A}" presName="FiveNodes_5" presStyleLbl="node1" presStyleIdx="4" presStyleCnt="5">
        <dgm:presLayoutVars>
          <dgm:bulletEnabled val="1"/>
        </dgm:presLayoutVars>
      </dgm:prSet>
      <dgm:spPr/>
    </dgm:pt>
    <dgm:pt modelId="{9922292D-75D9-4FA6-A067-A7CC10B0E0A1}" type="pres">
      <dgm:prSet presAssocID="{D7D80433-3CE7-485D-A7FD-2BF2F5CB866A}" presName="FiveConn_1-2" presStyleLbl="fgAccFollowNode1" presStyleIdx="0" presStyleCnt="4">
        <dgm:presLayoutVars>
          <dgm:bulletEnabled val="1"/>
        </dgm:presLayoutVars>
      </dgm:prSet>
      <dgm:spPr/>
    </dgm:pt>
    <dgm:pt modelId="{DBB12092-1F69-4066-BBE4-423B1ADC8420}" type="pres">
      <dgm:prSet presAssocID="{D7D80433-3CE7-485D-A7FD-2BF2F5CB866A}" presName="FiveConn_2-3" presStyleLbl="fgAccFollowNode1" presStyleIdx="1" presStyleCnt="4">
        <dgm:presLayoutVars>
          <dgm:bulletEnabled val="1"/>
        </dgm:presLayoutVars>
      </dgm:prSet>
      <dgm:spPr/>
    </dgm:pt>
    <dgm:pt modelId="{218634EA-3189-48AC-88DE-E02360411989}" type="pres">
      <dgm:prSet presAssocID="{D7D80433-3CE7-485D-A7FD-2BF2F5CB866A}" presName="FiveConn_3-4" presStyleLbl="fgAccFollowNode1" presStyleIdx="2" presStyleCnt="4">
        <dgm:presLayoutVars>
          <dgm:bulletEnabled val="1"/>
        </dgm:presLayoutVars>
      </dgm:prSet>
      <dgm:spPr/>
    </dgm:pt>
    <dgm:pt modelId="{A1B67F35-955D-421F-BE08-596EF7AE32FA}" type="pres">
      <dgm:prSet presAssocID="{D7D80433-3CE7-485D-A7FD-2BF2F5CB866A}" presName="FiveConn_4-5" presStyleLbl="fgAccFollowNode1" presStyleIdx="3" presStyleCnt="4">
        <dgm:presLayoutVars>
          <dgm:bulletEnabled val="1"/>
        </dgm:presLayoutVars>
      </dgm:prSet>
      <dgm:spPr/>
    </dgm:pt>
    <dgm:pt modelId="{51682572-ABC1-4B41-9181-D0955C19760C}" type="pres">
      <dgm:prSet presAssocID="{D7D80433-3CE7-485D-A7FD-2BF2F5CB866A}" presName="FiveNodes_1_text" presStyleLbl="node1" presStyleIdx="4" presStyleCnt="5">
        <dgm:presLayoutVars>
          <dgm:bulletEnabled val="1"/>
        </dgm:presLayoutVars>
      </dgm:prSet>
      <dgm:spPr/>
    </dgm:pt>
    <dgm:pt modelId="{264DA7DB-597C-475E-B7C3-F2EA99643EC1}" type="pres">
      <dgm:prSet presAssocID="{D7D80433-3CE7-485D-A7FD-2BF2F5CB866A}" presName="FiveNodes_2_text" presStyleLbl="node1" presStyleIdx="4" presStyleCnt="5">
        <dgm:presLayoutVars>
          <dgm:bulletEnabled val="1"/>
        </dgm:presLayoutVars>
      </dgm:prSet>
      <dgm:spPr/>
    </dgm:pt>
    <dgm:pt modelId="{75B2871D-FB92-4496-80FC-370F79A17D38}" type="pres">
      <dgm:prSet presAssocID="{D7D80433-3CE7-485D-A7FD-2BF2F5CB866A}" presName="FiveNodes_3_text" presStyleLbl="node1" presStyleIdx="4" presStyleCnt="5">
        <dgm:presLayoutVars>
          <dgm:bulletEnabled val="1"/>
        </dgm:presLayoutVars>
      </dgm:prSet>
      <dgm:spPr/>
    </dgm:pt>
    <dgm:pt modelId="{8E513FE5-227E-4DE7-B29C-761043C3DEAA}" type="pres">
      <dgm:prSet presAssocID="{D7D80433-3CE7-485D-A7FD-2BF2F5CB866A}" presName="FiveNodes_4_text" presStyleLbl="node1" presStyleIdx="4" presStyleCnt="5">
        <dgm:presLayoutVars>
          <dgm:bulletEnabled val="1"/>
        </dgm:presLayoutVars>
      </dgm:prSet>
      <dgm:spPr/>
    </dgm:pt>
    <dgm:pt modelId="{32C421C1-1F88-4338-9EE9-E73BADE99428}" type="pres">
      <dgm:prSet presAssocID="{D7D80433-3CE7-485D-A7FD-2BF2F5CB866A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D10D5108-3F46-4408-B2F3-BAD313949E06}" type="presOf" srcId="{EF3F75CE-F4CD-4763-B82F-DD91ACE047A2}" destId="{AEEA93D4-B8EF-4825-B81D-4E5AB444C1AB}" srcOrd="0" destOrd="0" presId="urn:microsoft.com/office/officeart/2005/8/layout/vProcess5"/>
    <dgm:cxn modelId="{CE49C12B-24D4-489B-8EB2-A825BDC4C12A}" type="presOf" srcId="{ED38D9A0-D430-4792-BEF6-2921D8C66AB2}" destId="{9922292D-75D9-4FA6-A067-A7CC10B0E0A1}" srcOrd="0" destOrd="0" presId="urn:microsoft.com/office/officeart/2005/8/layout/vProcess5"/>
    <dgm:cxn modelId="{60C4822E-03CC-4BF4-A09C-98DCFE99C6B3}" type="presOf" srcId="{EE867541-E743-4AAC-AC3A-E7FCD233852E}" destId="{9DA765C6-7448-4EB2-A102-AA10AF6E8E4D}" srcOrd="0" destOrd="0" presId="urn:microsoft.com/office/officeart/2005/8/layout/vProcess5"/>
    <dgm:cxn modelId="{5A66F73F-D94D-4BB2-8E3F-B7A261F20BCE}" type="presOf" srcId="{EE867541-E743-4AAC-AC3A-E7FCD233852E}" destId="{51682572-ABC1-4B41-9181-D0955C19760C}" srcOrd="1" destOrd="0" presId="urn:microsoft.com/office/officeart/2005/8/layout/vProcess5"/>
    <dgm:cxn modelId="{AD72C75B-FC2F-4D73-A8E7-6F8BB4496E66}" type="presOf" srcId="{38990711-EC1D-42F7-A14D-DAFF7DBCAA36}" destId="{C1E17A36-3BE3-44FE-BD3A-EFFC3AD60C76}" srcOrd="0" destOrd="0" presId="urn:microsoft.com/office/officeart/2005/8/layout/vProcess5"/>
    <dgm:cxn modelId="{EFDC5344-4EF5-4598-AE3A-328F4D6C74E2}" srcId="{D7D80433-3CE7-485D-A7FD-2BF2F5CB866A}" destId="{EF3F75CE-F4CD-4763-B82F-DD91ACE047A2}" srcOrd="4" destOrd="0" parTransId="{348F1017-15F0-457C-97FC-7F67BAC5A441}" sibTransId="{E3DB3B8C-CCE1-4299-A9A7-85EE6863E2D8}"/>
    <dgm:cxn modelId="{3B85E847-8B16-4519-AE0E-E1A55E5C864B}" srcId="{D7D80433-3CE7-485D-A7FD-2BF2F5CB866A}" destId="{EE867541-E743-4AAC-AC3A-E7FCD233852E}" srcOrd="0" destOrd="0" parTransId="{48C3B495-2E4E-4830-9221-2854C4020A32}" sibTransId="{ED38D9A0-D430-4792-BEF6-2921D8C66AB2}"/>
    <dgm:cxn modelId="{180BA869-CD4F-4136-A6FD-15A57D55CCFC}" type="presOf" srcId="{66515347-893C-4195-A523-9F316965C340}" destId="{264DA7DB-597C-475E-B7C3-F2EA99643EC1}" srcOrd="1" destOrd="0" presId="urn:microsoft.com/office/officeart/2005/8/layout/vProcess5"/>
    <dgm:cxn modelId="{CC86A96F-8B9F-449C-80A8-E98412E51369}" type="presOf" srcId="{F0831717-91B4-4C71-A956-D6B1C0DB20A1}" destId="{DBB12092-1F69-4066-BBE4-423B1ADC8420}" srcOrd="0" destOrd="0" presId="urn:microsoft.com/office/officeart/2005/8/layout/vProcess5"/>
    <dgm:cxn modelId="{6E12177D-6EC9-416C-9871-EE4A8E4279F0}" type="presOf" srcId="{D7D80433-3CE7-485D-A7FD-2BF2F5CB866A}" destId="{D5CA3188-A530-47BC-B41E-C76AF8EF1A8F}" srcOrd="0" destOrd="0" presId="urn:microsoft.com/office/officeart/2005/8/layout/vProcess5"/>
    <dgm:cxn modelId="{1F12E585-2499-458E-A55E-A75A09D808FE}" type="presOf" srcId="{4B3369B0-11BB-407E-8A01-DEDF08880BE3}" destId="{218634EA-3189-48AC-88DE-E02360411989}" srcOrd="0" destOrd="0" presId="urn:microsoft.com/office/officeart/2005/8/layout/vProcess5"/>
    <dgm:cxn modelId="{C9FB9F8A-6471-4255-8302-7CCBC2F767B8}" srcId="{D7D80433-3CE7-485D-A7FD-2BF2F5CB866A}" destId="{66515347-893C-4195-A523-9F316965C340}" srcOrd="1" destOrd="0" parTransId="{FE0FEFFD-04B3-4A7C-B9A2-171E0D4A6C04}" sibTransId="{F0831717-91B4-4C71-A956-D6B1C0DB20A1}"/>
    <dgm:cxn modelId="{AAB9E08A-EAC0-40C1-B4B8-42EF3B951FE5}" type="presOf" srcId="{CAED6922-E56E-43B7-9B45-07EA8BDE2ADA}" destId="{8E513FE5-227E-4DE7-B29C-761043C3DEAA}" srcOrd="1" destOrd="0" presId="urn:microsoft.com/office/officeart/2005/8/layout/vProcess5"/>
    <dgm:cxn modelId="{C28ECA98-5CE8-4B8B-A1C2-418B03B52668}" type="presOf" srcId="{38990711-EC1D-42F7-A14D-DAFF7DBCAA36}" destId="{75B2871D-FB92-4496-80FC-370F79A17D38}" srcOrd="1" destOrd="0" presId="urn:microsoft.com/office/officeart/2005/8/layout/vProcess5"/>
    <dgm:cxn modelId="{87E165DC-A117-46AF-8B2C-5E86050147FA}" type="presOf" srcId="{CAED6922-E56E-43B7-9B45-07EA8BDE2ADA}" destId="{91743205-1CB8-4D8E-9C3E-82D75F40B44D}" srcOrd="0" destOrd="0" presId="urn:microsoft.com/office/officeart/2005/8/layout/vProcess5"/>
    <dgm:cxn modelId="{E8B5CCE1-5A14-4930-9564-A45A35AB70D0}" type="presOf" srcId="{E3732EB5-794A-4217-818F-2E50BC48ECD1}" destId="{A1B67F35-955D-421F-BE08-596EF7AE32FA}" srcOrd="0" destOrd="0" presId="urn:microsoft.com/office/officeart/2005/8/layout/vProcess5"/>
    <dgm:cxn modelId="{91BB7CE5-93C8-4FD3-896B-E6000ED69910}" type="presOf" srcId="{66515347-893C-4195-A523-9F316965C340}" destId="{04B6AC1C-8F5F-4172-9D5F-EF52E6567457}" srcOrd="0" destOrd="0" presId="urn:microsoft.com/office/officeart/2005/8/layout/vProcess5"/>
    <dgm:cxn modelId="{1D3EDEE5-CC60-41A9-B2BB-7514243E913A}" srcId="{D7D80433-3CE7-485D-A7FD-2BF2F5CB866A}" destId="{CAED6922-E56E-43B7-9B45-07EA8BDE2ADA}" srcOrd="3" destOrd="0" parTransId="{16AA953D-4A55-459E-9F29-9EF2DC9F5063}" sibTransId="{E3732EB5-794A-4217-818F-2E50BC48ECD1}"/>
    <dgm:cxn modelId="{9227C3F5-6C26-4A84-BE60-18777084FCFD}" type="presOf" srcId="{EF3F75CE-F4CD-4763-B82F-DD91ACE047A2}" destId="{32C421C1-1F88-4338-9EE9-E73BADE99428}" srcOrd="1" destOrd="0" presId="urn:microsoft.com/office/officeart/2005/8/layout/vProcess5"/>
    <dgm:cxn modelId="{25EEEEFA-B26F-4330-803B-12A4C6124FF6}" srcId="{D7D80433-3CE7-485D-A7FD-2BF2F5CB866A}" destId="{38990711-EC1D-42F7-A14D-DAFF7DBCAA36}" srcOrd="2" destOrd="0" parTransId="{A20CF312-F2F1-4278-9ABB-E3B221596CFD}" sibTransId="{4B3369B0-11BB-407E-8A01-DEDF08880BE3}"/>
    <dgm:cxn modelId="{8EE742FB-6ABE-4B0C-B0B0-E00F400EF177}" type="presParOf" srcId="{D5CA3188-A530-47BC-B41E-C76AF8EF1A8F}" destId="{93E3E4CC-0EC0-4C24-B890-471358A3C30F}" srcOrd="0" destOrd="0" presId="urn:microsoft.com/office/officeart/2005/8/layout/vProcess5"/>
    <dgm:cxn modelId="{EFAEED67-F906-4F2C-90EB-8121BF7E2B79}" type="presParOf" srcId="{D5CA3188-A530-47BC-B41E-C76AF8EF1A8F}" destId="{9DA765C6-7448-4EB2-A102-AA10AF6E8E4D}" srcOrd="1" destOrd="0" presId="urn:microsoft.com/office/officeart/2005/8/layout/vProcess5"/>
    <dgm:cxn modelId="{BD2FB637-B523-43E0-ABAF-45A440717C72}" type="presParOf" srcId="{D5CA3188-A530-47BC-B41E-C76AF8EF1A8F}" destId="{04B6AC1C-8F5F-4172-9D5F-EF52E6567457}" srcOrd="2" destOrd="0" presId="urn:microsoft.com/office/officeart/2005/8/layout/vProcess5"/>
    <dgm:cxn modelId="{1A6C4CE7-ABE5-46E0-B939-C0404E8D6562}" type="presParOf" srcId="{D5CA3188-A530-47BC-B41E-C76AF8EF1A8F}" destId="{C1E17A36-3BE3-44FE-BD3A-EFFC3AD60C76}" srcOrd="3" destOrd="0" presId="urn:microsoft.com/office/officeart/2005/8/layout/vProcess5"/>
    <dgm:cxn modelId="{5FDF358E-846D-41F7-9AA4-82BAFFBC81F5}" type="presParOf" srcId="{D5CA3188-A530-47BC-B41E-C76AF8EF1A8F}" destId="{91743205-1CB8-4D8E-9C3E-82D75F40B44D}" srcOrd="4" destOrd="0" presId="urn:microsoft.com/office/officeart/2005/8/layout/vProcess5"/>
    <dgm:cxn modelId="{DD24953B-9A95-430C-A941-5124C3C26789}" type="presParOf" srcId="{D5CA3188-A530-47BC-B41E-C76AF8EF1A8F}" destId="{AEEA93D4-B8EF-4825-B81D-4E5AB444C1AB}" srcOrd="5" destOrd="0" presId="urn:microsoft.com/office/officeart/2005/8/layout/vProcess5"/>
    <dgm:cxn modelId="{EE117C77-55AF-4327-940B-C0FA56DDA777}" type="presParOf" srcId="{D5CA3188-A530-47BC-B41E-C76AF8EF1A8F}" destId="{9922292D-75D9-4FA6-A067-A7CC10B0E0A1}" srcOrd="6" destOrd="0" presId="urn:microsoft.com/office/officeart/2005/8/layout/vProcess5"/>
    <dgm:cxn modelId="{BFA3BD7D-622A-429A-B140-4FD0B751AE91}" type="presParOf" srcId="{D5CA3188-A530-47BC-B41E-C76AF8EF1A8F}" destId="{DBB12092-1F69-4066-BBE4-423B1ADC8420}" srcOrd="7" destOrd="0" presId="urn:microsoft.com/office/officeart/2005/8/layout/vProcess5"/>
    <dgm:cxn modelId="{BBAA0C7F-F2E5-4F6D-BBF7-8AAF01F0BDDD}" type="presParOf" srcId="{D5CA3188-A530-47BC-B41E-C76AF8EF1A8F}" destId="{218634EA-3189-48AC-88DE-E02360411989}" srcOrd="8" destOrd="0" presId="urn:microsoft.com/office/officeart/2005/8/layout/vProcess5"/>
    <dgm:cxn modelId="{F7972E62-9C43-4A08-A30D-4176A9DCEE02}" type="presParOf" srcId="{D5CA3188-A530-47BC-B41E-C76AF8EF1A8F}" destId="{A1B67F35-955D-421F-BE08-596EF7AE32FA}" srcOrd="9" destOrd="0" presId="urn:microsoft.com/office/officeart/2005/8/layout/vProcess5"/>
    <dgm:cxn modelId="{FE870834-B1C6-4216-A297-044547517A4E}" type="presParOf" srcId="{D5CA3188-A530-47BC-B41E-C76AF8EF1A8F}" destId="{51682572-ABC1-4B41-9181-D0955C19760C}" srcOrd="10" destOrd="0" presId="urn:microsoft.com/office/officeart/2005/8/layout/vProcess5"/>
    <dgm:cxn modelId="{CBB14B5F-E08A-46F4-9DE8-09A44942AE70}" type="presParOf" srcId="{D5CA3188-A530-47BC-B41E-C76AF8EF1A8F}" destId="{264DA7DB-597C-475E-B7C3-F2EA99643EC1}" srcOrd="11" destOrd="0" presId="urn:microsoft.com/office/officeart/2005/8/layout/vProcess5"/>
    <dgm:cxn modelId="{98AF886D-51A3-4AC5-8A01-52FD74287280}" type="presParOf" srcId="{D5CA3188-A530-47BC-B41E-C76AF8EF1A8F}" destId="{75B2871D-FB92-4496-80FC-370F79A17D38}" srcOrd="12" destOrd="0" presId="urn:microsoft.com/office/officeart/2005/8/layout/vProcess5"/>
    <dgm:cxn modelId="{5C94AF29-108E-429D-96A4-797DAD534F8A}" type="presParOf" srcId="{D5CA3188-A530-47BC-B41E-C76AF8EF1A8F}" destId="{8E513FE5-227E-4DE7-B29C-761043C3DEAA}" srcOrd="13" destOrd="0" presId="urn:microsoft.com/office/officeart/2005/8/layout/vProcess5"/>
    <dgm:cxn modelId="{26BA1B9C-68E4-47A3-81F2-4B38DF592AF9}" type="presParOf" srcId="{D5CA3188-A530-47BC-B41E-C76AF8EF1A8F}" destId="{32C421C1-1F88-4338-9EE9-E73BADE99428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A765C6-7448-4EB2-A102-AA10AF6E8E4D}">
      <dsp:nvSpPr>
        <dsp:cNvPr id="0" name=""/>
        <dsp:cNvSpPr/>
      </dsp:nvSpPr>
      <dsp:spPr>
        <a:xfrm>
          <a:off x="0" y="0"/>
          <a:ext cx="11549675" cy="115846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800" b="1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NOME</a:t>
          </a:r>
          <a:endParaRPr lang="en-US" sz="4800" kern="1200" dirty="0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sp:txBody>
      <dsp:txXfrm>
        <a:off x="33930" y="33930"/>
        <a:ext cx="10164063" cy="1090603"/>
      </dsp:txXfrm>
    </dsp:sp>
    <dsp:sp modelId="{04B6AC1C-8F5F-4172-9D5F-EF52E6567457}">
      <dsp:nvSpPr>
        <dsp:cNvPr id="0" name=""/>
        <dsp:cNvSpPr/>
      </dsp:nvSpPr>
      <dsp:spPr>
        <a:xfrm>
          <a:off x="862475" y="1319360"/>
          <a:ext cx="11549675" cy="115846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800" b="1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IDADE</a:t>
          </a:r>
          <a:endParaRPr lang="en-US" sz="4800" kern="1200" dirty="0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sp:txBody>
      <dsp:txXfrm>
        <a:off x="896405" y="1353290"/>
        <a:ext cx="9866338" cy="1090603"/>
      </dsp:txXfrm>
    </dsp:sp>
    <dsp:sp modelId="{C1E17A36-3BE3-44FE-BD3A-EFFC3AD60C76}">
      <dsp:nvSpPr>
        <dsp:cNvPr id="0" name=""/>
        <dsp:cNvSpPr/>
      </dsp:nvSpPr>
      <dsp:spPr>
        <a:xfrm>
          <a:off x="1724951" y="2638721"/>
          <a:ext cx="11549675" cy="115846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FAMÍLIA</a:t>
          </a:r>
        </a:p>
      </dsp:txBody>
      <dsp:txXfrm>
        <a:off x="1758881" y="2672651"/>
        <a:ext cx="9866338" cy="1090603"/>
      </dsp:txXfrm>
    </dsp:sp>
    <dsp:sp modelId="{91743205-1CB8-4D8E-9C3E-82D75F40B44D}">
      <dsp:nvSpPr>
        <dsp:cNvPr id="0" name=""/>
        <dsp:cNvSpPr/>
      </dsp:nvSpPr>
      <dsp:spPr>
        <a:xfrm>
          <a:off x="2587427" y="3958082"/>
          <a:ext cx="11549675" cy="115846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800" b="1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EXPERIÊNCIAS PROFISSIONAIS</a:t>
          </a:r>
          <a:endParaRPr lang="en-US" sz="4800" kern="1200" dirty="0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sp:txBody>
      <dsp:txXfrm>
        <a:off x="2621357" y="3992012"/>
        <a:ext cx="9866338" cy="1090603"/>
      </dsp:txXfrm>
    </dsp:sp>
    <dsp:sp modelId="{AEEA93D4-B8EF-4825-B81D-4E5AB444C1AB}">
      <dsp:nvSpPr>
        <dsp:cNvPr id="0" name=""/>
        <dsp:cNvSpPr/>
      </dsp:nvSpPr>
      <dsp:spPr>
        <a:xfrm>
          <a:off x="3449902" y="5277443"/>
          <a:ext cx="11549675" cy="115846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800" b="1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ESPECTATIVAS</a:t>
          </a:r>
          <a:endParaRPr lang="en-US" sz="4800" kern="1200" dirty="0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sp:txBody>
      <dsp:txXfrm>
        <a:off x="3483832" y="5311373"/>
        <a:ext cx="9866338" cy="1090603"/>
      </dsp:txXfrm>
    </dsp:sp>
    <dsp:sp modelId="{9922292D-75D9-4FA6-A067-A7CC10B0E0A1}">
      <dsp:nvSpPr>
        <dsp:cNvPr id="0" name=""/>
        <dsp:cNvSpPr/>
      </dsp:nvSpPr>
      <dsp:spPr>
        <a:xfrm>
          <a:off x="10796673" y="846321"/>
          <a:ext cx="753001" cy="75300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 dirty="0"/>
        </a:p>
      </dsp:txBody>
      <dsp:txXfrm>
        <a:off x="10966098" y="846321"/>
        <a:ext cx="414151" cy="566633"/>
      </dsp:txXfrm>
    </dsp:sp>
    <dsp:sp modelId="{DBB12092-1F69-4066-BBE4-423B1ADC8420}">
      <dsp:nvSpPr>
        <dsp:cNvPr id="0" name=""/>
        <dsp:cNvSpPr/>
      </dsp:nvSpPr>
      <dsp:spPr>
        <a:xfrm>
          <a:off x="11659149" y="2165682"/>
          <a:ext cx="753001" cy="75300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 dirty="0"/>
        </a:p>
      </dsp:txBody>
      <dsp:txXfrm>
        <a:off x="11828574" y="2165682"/>
        <a:ext cx="414151" cy="566633"/>
      </dsp:txXfrm>
    </dsp:sp>
    <dsp:sp modelId="{218634EA-3189-48AC-88DE-E02360411989}">
      <dsp:nvSpPr>
        <dsp:cNvPr id="0" name=""/>
        <dsp:cNvSpPr/>
      </dsp:nvSpPr>
      <dsp:spPr>
        <a:xfrm>
          <a:off x="12521625" y="3465735"/>
          <a:ext cx="753001" cy="75300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3400" kern="1200"/>
        </a:p>
      </dsp:txBody>
      <dsp:txXfrm>
        <a:off x="12691050" y="3465735"/>
        <a:ext cx="414151" cy="566633"/>
      </dsp:txXfrm>
    </dsp:sp>
    <dsp:sp modelId="{A1B67F35-955D-421F-BE08-596EF7AE32FA}">
      <dsp:nvSpPr>
        <dsp:cNvPr id="0" name=""/>
        <dsp:cNvSpPr/>
      </dsp:nvSpPr>
      <dsp:spPr>
        <a:xfrm>
          <a:off x="13384101" y="4797968"/>
          <a:ext cx="753001" cy="753001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 dirty="0"/>
        </a:p>
      </dsp:txBody>
      <dsp:txXfrm>
        <a:off x="13553526" y="4797968"/>
        <a:ext cx="414151" cy="5666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A4FA2C-DC45-151E-1868-5B859E84D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3454" y="4007010"/>
            <a:ext cx="6445479" cy="1129981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/>
            <a:r>
              <a:rPr lang="en-US" sz="6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SIDNEI GARBIM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85A9816-9958-720A-1475-7C9E4C7F1C2D}"/>
              </a:ext>
            </a:extLst>
          </p:cNvPr>
          <p:cNvSpPr txBox="1"/>
          <p:nvPr/>
        </p:nvSpPr>
        <p:spPr>
          <a:xfrm>
            <a:off x="1998689" y="5766939"/>
            <a:ext cx="13195008" cy="2612516"/>
          </a:xfrm>
          <a:prstGeom prst="rect">
            <a:avLst/>
          </a:prstGeom>
        </p:spPr>
        <p:txBody>
          <a:bodyPr vert="horz" lIns="121920" tIns="60960" rIns="121920" bIns="60960" rtlCol="0" anchor="t">
            <a:noAutofit/>
          </a:bodyPr>
          <a:lstStyle/>
          <a:p>
            <a:pPr indent="-304792" algn="ctr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TÉCNICO EM ELETROMECÂNICA</a:t>
            </a:r>
          </a:p>
          <a:p>
            <a:pPr algn="ctr">
              <a:lnSpc>
                <a:spcPct val="90000"/>
              </a:lnSpc>
              <a:spcAft>
                <a:spcPts val="800"/>
              </a:spcAft>
            </a:pP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indent="-304792" algn="ctr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TÉCNICO EM SEGURANÇA NO TRABALHO</a:t>
            </a:r>
          </a:p>
          <a:p>
            <a:pPr indent="-304792" algn="ctr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indent="-304792" algn="ctr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GRADUANDO EM ENGENHARIA DE PRODUÇÃO</a:t>
            </a:r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3A2537F8-49C0-02E1-2100-35F9AF6B7F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15" y="665604"/>
            <a:ext cx="7566085" cy="2017621"/>
          </a:xfrm>
          <a:prstGeom prst="rect">
            <a:avLst/>
          </a:prstGeom>
        </p:spPr>
      </p:pic>
      <p:pic>
        <p:nvPicPr>
          <p:cNvPr id="3" name="Imagem 2" descr="Homem com óculos de sol&#10;&#10;Descrição gerada automaticamente">
            <a:extLst>
              <a:ext uri="{FF2B5EF4-FFF2-40B4-BE49-F238E27FC236}">
                <a16:creationId xmlns:a16="http://schemas.microsoft.com/office/drawing/2014/main" id="{CF09E04B-73C1-9F57-FBC3-CB3ACD1409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52" b="3"/>
          <a:stretch/>
        </p:blipFill>
        <p:spPr>
          <a:xfrm>
            <a:off x="12387565" y="0"/>
            <a:ext cx="3868436" cy="3856747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0AA397A7-515F-6B75-8A23-84A36FC6D7ED}"/>
              </a:ext>
            </a:extLst>
          </p:cNvPr>
          <p:cNvSpPr/>
          <p:nvPr/>
        </p:nvSpPr>
        <p:spPr>
          <a:xfrm flipH="1">
            <a:off x="35562" y="76200"/>
            <a:ext cx="45719" cy="8884172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highlight>
                <a:srgbClr val="000080"/>
              </a:highlight>
            </a:endParaRPr>
          </a:p>
        </p:txBody>
      </p:sp>
      <p:sp>
        <p:nvSpPr>
          <p:cNvPr id="7" name="Retângulo 4">
            <a:extLst>
              <a:ext uri="{FF2B5EF4-FFF2-40B4-BE49-F238E27FC236}">
                <a16:creationId xmlns:a16="http://schemas.microsoft.com/office/drawing/2014/main" id="{DD06B58A-CC23-DE75-DF7E-B33D5538C535}"/>
              </a:ext>
            </a:extLst>
          </p:cNvPr>
          <p:cNvSpPr/>
          <p:nvPr/>
        </p:nvSpPr>
        <p:spPr>
          <a:xfrm flipH="1">
            <a:off x="172719" y="396614"/>
            <a:ext cx="45719" cy="8350772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highlight>
                <a:srgbClr val="000080"/>
              </a:highlight>
            </a:endParaRPr>
          </a:p>
        </p:txBody>
      </p:sp>
      <p:sp>
        <p:nvSpPr>
          <p:cNvPr id="10" name="Retângulo 4">
            <a:extLst>
              <a:ext uri="{FF2B5EF4-FFF2-40B4-BE49-F238E27FC236}">
                <a16:creationId xmlns:a16="http://schemas.microsoft.com/office/drawing/2014/main" id="{FE5824FB-C4AE-BBF6-43FB-3D1C61A7F38E}"/>
              </a:ext>
            </a:extLst>
          </p:cNvPr>
          <p:cNvSpPr/>
          <p:nvPr/>
        </p:nvSpPr>
        <p:spPr>
          <a:xfrm flipH="1">
            <a:off x="309881" y="665604"/>
            <a:ext cx="45719" cy="7792596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10200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2356C2-4D89-640B-54B6-043E28EC3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6334" y="823522"/>
            <a:ext cx="8423333" cy="846813"/>
          </a:xfrm>
        </p:spPr>
        <p:txBody>
          <a:bodyPr anchor="ctr">
            <a:noAutofit/>
          </a:bodyPr>
          <a:lstStyle/>
          <a:p>
            <a:pPr algn="ctr"/>
            <a:r>
              <a:rPr lang="pt-BR" sz="7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APRESENTAÇÕES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B0477E8C-6D26-0052-9A94-1F051FE397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5519716"/>
              </p:ext>
            </p:extLst>
          </p:nvPr>
        </p:nvGraphicFramePr>
        <p:xfrm>
          <a:off x="949957" y="2209800"/>
          <a:ext cx="14999578" cy="64359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agem 2" descr="Logotipo, nome da empresa&#10;&#10;Descrição gerada automaticamente">
            <a:extLst>
              <a:ext uri="{FF2B5EF4-FFF2-40B4-BE49-F238E27FC236}">
                <a16:creationId xmlns:a16="http://schemas.microsoft.com/office/drawing/2014/main" id="{06E32643-F635-A361-0F28-AB522B67BF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8381" y="23422"/>
            <a:ext cx="2171700" cy="800100"/>
          </a:xfrm>
          <a:prstGeom prst="rect">
            <a:avLst/>
          </a:prstGeom>
        </p:spPr>
      </p:pic>
      <p:sp>
        <p:nvSpPr>
          <p:cNvPr id="7" name="Retângulo 4">
            <a:extLst>
              <a:ext uri="{FF2B5EF4-FFF2-40B4-BE49-F238E27FC236}">
                <a16:creationId xmlns:a16="http://schemas.microsoft.com/office/drawing/2014/main" id="{7CE23858-4CD7-6699-E9BA-0F9C02749E2E}"/>
              </a:ext>
            </a:extLst>
          </p:cNvPr>
          <p:cNvSpPr/>
          <p:nvPr/>
        </p:nvSpPr>
        <p:spPr>
          <a:xfrm flipH="1">
            <a:off x="35562" y="76200"/>
            <a:ext cx="45719" cy="8884172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highlight>
                <a:srgbClr val="000080"/>
              </a:highlight>
            </a:endParaRPr>
          </a:p>
        </p:txBody>
      </p:sp>
      <p:sp>
        <p:nvSpPr>
          <p:cNvPr id="9" name="Retângulo 4">
            <a:extLst>
              <a:ext uri="{FF2B5EF4-FFF2-40B4-BE49-F238E27FC236}">
                <a16:creationId xmlns:a16="http://schemas.microsoft.com/office/drawing/2014/main" id="{BD96CCC7-5155-D200-B71E-460A89F0C8F5}"/>
              </a:ext>
            </a:extLst>
          </p:cNvPr>
          <p:cNvSpPr/>
          <p:nvPr/>
        </p:nvSpPr>
        <p:spPr>
          <a:xfrm flipH="1">
            <a:off x="172719" y="396614"/>
            <a:ext cx="45719" cy="8350772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highlight>
                <a:srgbClr val="000080"/>
              </a:highlight>
            </a:endParaRPr>
          </a:p>
        </p:txBody>
      </p:sp>
      <p:sp>
        <p:nvSpPr>
          <p:cNvPr id="11" name="Retângulo 4">
            <a:extLst>
              <a:ext uri="{FF2B5EF4-FFF2-40B4-BE49-F238E27FC236}">
                <a16:creationId xmlns:a16="http://schemas.microsoft.com/office/drawing/2014/main" id="{E76843A8-577D-35B3-57BE-F1AD410DDE01}"/>
              </a:ext>
            </a:extLst>
          </p:cNvPr>
          <p:cNvSpPr/>
          <p:nvPr/>
        </p:nvSpPr>
        <p:spPr>
          <a:xfrm flipH="1">
            <a:off x="309881" y="665604"/>
            <a:ext cx="45719" cy="7792596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61243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4" y="0"/>
            <a:ext cx="16251936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2252" y="1492041"/>
            <a:ext cx="6159917" cy="61599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5F8AD6-FBE4-BD7D-E312-16D920694A81}"/>
              </a:ext>
            </a:extLst>
          </p:cNvPr>
          <p:cNvSpPr txBox="1"/>
          <p:nvPr/>
        </p:nvSpPr>
        <p:spPr>
          <a:xfrm>
            <a:off x="1561432" y="1862248"/>
            <a:ext cx="4320674" cy="54195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ESTUDO DE CASO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11578293" y="1254864"/>
            <a:ext cx="3983865" cy="3983865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13397" y="6374656"/>
            <a:ext cx="728133" cy="72813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2E3913-C187-59F5-9BC3-C983D8AC52BE}"/>
              </a:ext>
            </a:extLst>
          </p:cNvPr>
          <p:cNvSpPr txBox="1"/>
          <p:nvPr/>
        </p:nvSpPr>
        <p:spPr>
          <a:xfrm>
            <a:off x="7460357" y="1791918"/>
            <a:ext cx="7381862" cy="52470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Caso "A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Linha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Parada":</a:t>
            </a:r>
          </a:p>
          <a:p>
            <a:pPr lvl="0" algn="ctr">
              <a:lnSpc>
                <a:spcPct val="90000"/>
              </a:lnSpc>
              <a:spcAft>
                <a:spcPts val="600"/>
              </a:spcAft>
            </a:pPr>
            <a:endParaRPr lang="en-US" sz="2800" b="1" i="1" dirty="0">
              <a:solidFill>
                <a:schemeClr val="tx2">
                  <a:lumMod val="60000"/>
                  <a:lumOff val="40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 sz="2800" b="1" i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Cenário</a:t>
            </a:r>
            <a:r>
              <a:rPr lang="en-US" sz="28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Uma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correia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transportadora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/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bomba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parou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no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meio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do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turno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por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superaquecimento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no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redutor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 A equipe de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manutenção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anterior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havia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negligenciado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inspeção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de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nível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de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lubrificante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lvl="0" algn="ctr">
              <a:lnSpc>
                <a:spcPct val="90000"/>
              </a:lnSpc>
              <a:spcAft>
                <a:spcPts val="600"/>
              </a:spcAft>
            </a:pPr>
            <a:endParaRPr lang="en-US" sz="2800" b="1" i="1" dirty="0">
              <a:solidFill>
                <a:schemeClr val="tx2">
                  <a:lumMod val="60000"/>
                  <a:lumOff val="40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 sz="2800" b="1" i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Desafio</a:t>
            </a:r>
            <a:r>
              <a:rPr lang="en-US" sz="28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do </a:t>
            </a:r>
            <a:r>
              <a:rPr lang="en-US" sz="2800" b="1" i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grupo</a:t>
            </a:r>
            <a:r>
              <a:rPr lang="en-US" sz="28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Identificar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o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tipo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de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manutenção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ocorrido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estimar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o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custo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invisível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(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perda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de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produção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vs.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custo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do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óleo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 e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desenhar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qual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estratégia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deveria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ter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sido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aplicada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para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evitar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falha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catastrófica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tx2">
                  <a:lumMod val="60000"/>
                  <a:lumOff val="40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021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101</Words>
  <Application>Microsoft Office PowerPoint</Application>
  <PresentationFormat>Custom</PresentationFormat>
  <Paragraphs>18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ADLaM Display</vt:lpstr>
      <vt:lpstr>Arial</vt:lpstr>
      <vt:lpstr>Calibri</vt:lpstr>
      <vt:lpstr>Office Theme</vt:lpstr>
      <vt:lpstr>SIDNEI GARBIM</vt:lpstr>
      <vt:lpstr>APRESENTAÇÕES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Sidnei Garbim da Silva</cp:lastModifiedBy>
  <cp:revision>4</cp:revision>
  <dcterms:created xsi:type="dcterms:W3CDTF">2006-08-16T00:00:00Z</dcterms:created>
  <dcterms:modified xsi:type="dcterms:W3CDTF">2026-10-01T11:30:12Z</dcterms:modified>
</cp:coreProperties>
</file>